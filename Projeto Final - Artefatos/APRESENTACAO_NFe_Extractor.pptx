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NFe EXTRACTOR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Inteligente de Documentos Fiscais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Integração Docker + Ollama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v2.1 - Outubro de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que é o Sistema NFe Extractor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Arquitetura &amp; Componentes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6537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Integração Docker + Ollama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4942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Agentes de IA (CrewAI + LangChain)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Funcionalidades Principais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Casos de Uso Práticos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Resultados &amp; ROI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8561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Próximos Passos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 que é NFe Extractor?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Inteligente para: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Extrair dados de NFe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Validar conformidade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951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Detectar anomalias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Gerar relatórios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990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Integrar com ERP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Privacidade (sem cloud)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947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90% mais rápido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2951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Roda em qualquer PC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IA local integrada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990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em tempo real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Arquitetura em Camadas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41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94183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(Interface Web)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819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58191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NFe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solidFill>
            <a:srgbClr val="3D7BA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219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22199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(LLM Local)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620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28620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&amp; Modelos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Fluxo de Dados 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Integração Docker + Ollama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Container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IA (LLM Mistral)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Porta: 11434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NFe App Container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87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Streamlit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Porta: 8501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Isolada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93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segura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Porta: bridge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Arquivos Principais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1430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99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49961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49961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Streamlit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196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nfe_extractor.py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8196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181965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Extração XML/PDF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8229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1396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nfe_agents.py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1396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13969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CrewAI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423160"/>
            <a:ext cx="82296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4597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ollama_integration.py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24597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245973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8229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7797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nfe_dashboard_analytics.py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277977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2779776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&amp; Gráficos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Agentes de IA (CrewAI)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ValidadorFiscal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conformidade fiscal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7432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ClassificadorOperacao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tipos de operações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27432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AnalisadorRisco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anomalias e fraudes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Funcionalidades Principais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Extração Multi-formato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Validação Fiscal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Análise com 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Dashboard em Tempo Real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Processamento em Batch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API REST para Integração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Indicadores de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 Extração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1148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Tempo/Processamento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057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arquivo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85-92%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Anomalias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1148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26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0060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Máximo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docs/minuto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Fluxo de Processamento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71600" cy="5486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9903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1371600"/>
            <a:ext cx="1371600" cy="5486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39903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1371600" cy="5486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39903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32120" y="1371600"/>
            <a:ext cx="1371600" cy="5486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139903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23760" y="1371600"/>
            <a:ext cx="1371600" cy="5486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39903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15400" y="1371600"/>
            <a:ext cx="1371600" cy="54864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139903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103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Arquivo NFe (XML, PDF, CSV)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Auto-detecção de formato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Extração e normalização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Validação fiscal automática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Análise com IA (Ollama)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Relatórios em Excel/PDF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Casos de Uso Práticos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Fiscal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NFes em &lt;30 min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7432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12801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Fraude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risco 0-100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27432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12801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Fornecedores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KPIs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7432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Regulamentações auto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743200"/>
            <a:ext cx="27432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74720" y="3017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ERP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3200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+ Webhook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2743200"/>
            <a:ext cx="27432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0" y="3017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200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padrões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ROI &amp; Benefícios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Custos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R$ 50-100k/ano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-90% tempo manual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4597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-95% erros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99% conformidade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27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ROI: 6-12 meses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Operacionais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Privacidade garantida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075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Processamento ágil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459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Portabilidade total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843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IA local integrada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227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Escalabilidade 1000+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Stack Tecnológico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097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3.11, FastAPI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5727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1.28+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482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0482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Ollama, Mistral, CrewAI, LangChain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5237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Docker Compose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99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999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Pandas, NumPy, Plotly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474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5.0+, Pdfplumber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Requisitos de Hardware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núcleos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núcleos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8GB+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20GB+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núcleos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16GB+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50GB+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Roadmap de Implementação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 Prazo (1-3m)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Teste em ambiente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Validação com dados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Treinamento equipe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7432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Prazo (3-6m)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6459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Integração com ERP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Automação workflows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Customização agentes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7432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Longo Prazo (6m+)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6459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Expansão documentos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Machine learning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Integração SEFAZ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Próximos Passos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Avaliar ambiente (requisitos tech)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Planejar implementação piloto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Setup Docker &amp; teste inicial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Treinamento da equipe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Deploy em produção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NFe Extractor v2.1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Inteligente de Documentos Fiscais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Docker + Ollama + CrewAI + LangChain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implementação em produção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2025-10-26T12:47:17Z</dcterms:created>
  <dcterms:modified xsi:type="dcterms:W3CDTF">2025-10-26T12:47:17Z</dcterms:modified>
</cp:coreProperties>
</file>